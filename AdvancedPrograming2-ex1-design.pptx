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tay Gradenwits" initials="IG" lastIdx="1" clrIdx="0">
    <p:extLst>
      <p:ext uri="{19B8F6BF-5375-455C-9EA6-DF929625EA0E}">
        <p15:presenceInfo xmlns:p15="http://schemas.microsoft.com/office/powerpoint/2012/main" userId="Itay Gradenwit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07T20:26:12.714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588D-54E0-4A75-AC5C-FB81419D2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F5EF6-3F46-4ACB-81FD-47BCF6CDC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0ED8F-9AFF-489C-800B-8E8C5C4F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FD2E-5524-424E-B6A8-FEEC9912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3CC1E-C7BA-4D71-ADB6-244687CB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2805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7121-66C5-4ED9-A467-BAE86DE1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5580-06B1-4896-8D70-637AA172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AC130-CD09-4449-A411-6E9063E8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BE2E-06FD-449C-9716-20178378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8A457-32EE-4E41-A770-2A1EBB3E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128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B731-66CC-4290-B4F3-2663682D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9CC3F-6732-49BD-8413-3DADBFBA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C1B53-F2DA-4421-9805-E66D15AAA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02880-AD40-4C93-A4EE-FC5DE873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4F91-0BB9-4AFE-962C-1316EB01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085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6D24-8D6F-44B9-916E-DAF09E58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E345-7131-405A-BC80-8F9931902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1CE48-6538-4E6A-B636-6678DD5BF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8E795-073B-4C28-876B-9F4A3302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5D8C0-2546-44B1-A786-CD4E62D2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43129-36D6-466F-9D48-486A4CA3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1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9177-72EE-473C-875F-0AA3AED8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D6B2E-EC7F-415F-85FB-6308C0CEF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6BE84-02E3-467C-8E26-8170C73CD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2FBB5-9157-49AC-A05A-AB6A01B70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5F0DB-7973-47FC-AC9B-03D4077E6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8C503-01E7-4577-96BA-A2926F2C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18CEE-9CDA-4E5C-A9B2-7AC7AD37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1B4E5-1905-45F7-A4FE-9D41AD37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8862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D807-24F6-4C7E-B880-3C4A517E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77C27-5198-453A-8CC4-4AE0B2D0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0D799-5B73-4678-BBBD-C33FC180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3C371-2B18-472B-B6CF-170D60A2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6272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38BD5-5D12-444C-89CE-1FA496CF8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BB4BB-68A6-44C4-B390-8FB3594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3DFD9-BEFB-4086-8224-69E09182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115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C7E1-3F98-4DE0-A7C7-5FD804DB4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BF142-F7E9-44EF-AF62-314DDFA00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1C467-FF6E-4AC6-84FD-207CFA5BF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964AE-43DA-4159-B127-FAC5E9DD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6FF36-62E0-4C29-B3AB-BC63B573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B1A11-00AB-40CA-A16D-2BB8FBC4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434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4A78-2EBB-48D5-96CE-A7F390E95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2C16CF-FE9F-40CD-A013-EC79A8336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C6678-D6CC-41F0-A202-BEB29C92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744F1-88EB-4782-9C13-327317DD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3DB81-D77C-42C5-BEF5-6DB1C88F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088BD-940B-4517-AF9F-FEC4E498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403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7FD5-785C-4E1E-ADAD-060FD45E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E3730-C587-4DCF-B285-E82304246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B141A-E17E-428A-A597-A14A4532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9DDDB-3E2B-4F02-95FB-5418C4F6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3A886-3FB0-47D5-82B8-6BF906B3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721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74845-BDE0-4205-860D-6B69ECBB3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C061E-5852-414E-A246-7F46B76A8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9509-3A26-4A6A-B6E1-BCE22C3F5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391A3-B2F9-4B52-84F4-22C2C5FB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CCE49-0115-4D08-A397-6505FC48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8970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17C21-6E4D-45EC-892D-DB218E7F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3C2E2-1A84-40D1-A00A-6464B406B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F5C9C-E669-4350-90F2-1C8C4C78B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BBE63-A79D-4E33-ACAF-DC4E90DAFE4A}" type="datetimeFigureOut">
              <a:rPr lang="en-IL" smtClean="0"/>
              <a:t>08/04/2021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72330-8619-40D7-BE46-2FD747749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03492-8D9A-4B91-A744-C476E2EE5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2A934-1F0A-42E6-B7E4-C9DF1DE6C8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099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4E12A-570E-4D97-BC36-809A3D804D49}"/>
              </a:ext>
            </a:extLst>
          </p:cNvPr>
          <p:cNvSpPr txBox="1"/>
          <p:nvPr/>
        </p:nvSpPr>
        <p:spPr>
          <a:xfrm>
            <a:off x="1586753" y="690282"/>
            <a:ext cx="2734235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&lt;&lt;</a:t>
            </a:r>
            <a:r>
              <a:rPr lang="en-US" sz="1600" b="1" u="sng" dirty="0" err="1"/>
              <a:t>ISimulationRunnerView</a:t>
            </a:r>
            <a:r>
              <a:rPr lang="en-US" sz="1600" b="1" u="sng" dirty="0"/>
              <a:t>&gt;&gt;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startSimulation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stopSimulation</a:t>
            </a:r>
            <a:r>
              <a:rPr lang="en-US" sz="1600" dirty="0"/>
              <a:t>()</a:t>
            </a:r>
            <a:endParaRPr lang="en-IL" sz="1400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AD74BE8-1C01-4A48-AD0D-F48308B637B5}"/>
              </a:ext>
            </a:extLst>
          </p:cNvPr>
          <p:cNvSpPr/>
          <p:nvPr/>
        </p:nvSpPr>
        <p:spPr>
          <a:xfrm>
            <a:off x="4320988" y="922003"/>
            <a:ext cx="439271" cy="36755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8DEC97-16B5-45B5-A3AA-B8970F7825D1}"/>
              </a:ext>
            </a:extLst>
          </p:cNvPr>
          <p:cNvCxnSpPr>
            <a:stCxn id="5" idx="3"/>
          </p:cNvCxnSpPr>
          <p:nvPr/>
        </p:nvCxnSpPr>
        <p:spPr>
          <a:xfrm flipV="1">
            <a:off x="4760259" y="1105779"/>
            <a:ext cx="4840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250D91-C88F-4F91-AD08-D4EFBDBA962E}"/>
              </a:ext>
            </a:extLst>
          </p:cNvPr>
          <p:cNvSpPr txBox="1"/>
          <p:nvPr/>
        </p:nvSpPr>
        <p:spPr>
          <a:xfrm>
            <a:off x="5127813" y="690282"/>
            <a:ext cx="257287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600" b="1" u="sng" dirty="0"/>
              <a:t>&lt;&lt;</a:t>
            </a:r>
            <a:r>
              <a:rPr lang="en-US" sz="1600" b="1" u="sng" dirty="0" err="1"/>
              <a:t>ISimulationRunnerVM</a:t>
            </a:r>
            <a:r>
              <a:rPr lang="en-US" sz="1600" b="1" u="sng" dirty="0"/>
              <a:t>&gt;&gt;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startSimulation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stopSimulation</a:t>
            </a:r>
            <a:r>
              <a:rPr lang="en-US" sz="1600" dirty="0"/>
              <a:t>()</a:t>
            </a:r>
            <a:endParaRPr lang="en-IL" sz="1400" dirty="0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4EABDC6-B035-4DBB-8ECB-6F32BCDD09E5}"/>
              </a:ext>
            </a:extLst>
          </p:cNvPr>
          <p:cNvSpPr/>
          <p:nvPr/>
        </p:nvSpPr>
        <p:spPr>
          <a:xfrm>
            <a:off x="7700682" y="922002"/>
            <a:ext cx="439271" cy="36755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DF6A3D-692C-4268-9F19-CD50ED839999}"/>
              </a:ext>
            </a:extLst>
          </p:cNvPr>
          <p:cNvCxnSpPr/>
          <p:nvPr/>
        </p:nvCxnSpPr>
        <p:spPr>
          <a:xfrm flipV="1">
            <a:off x="8139953" y="1105777"/>
            <a:ext cx="4840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F14A6C-F30A-40F6-9075-708A1F53D7B9}"/>
              </a:ext>
            </a:extLst>
          </p:cNvPr>
          <p:cNvSpPr txBox="1"/>
          <p:nvPr/>
        </p:nvSpPr>
        <p:spPr>
          <a:xfrm>
            <a:off x="8624047" y="690282"/>
            <a:ext cx="2734234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600" b="1" u="sng" dirty="0"/>
              <a:t>&lt;&lt;</a:t>
            </a:r>
            <a:r>
              <a:rPr lang="en-US" sz="1600" b="1" u="sng" dirty="0" err="1"/>
              <a:t>ISimulationRunnerModel</a:t>
            </a:r>
            <a:r>
              <a:rPr lang="en-US" sz="1600" b="1" u="sng" dirty="0"/>
              <a:t>&gt;&gt;</a:t>
            </a:r>
          </a:p>
          <a:p>
            <a:pPr algn="just"/>
            <a:r>
              <a:rPr lang="en-US" sz="1600" dirty="0"/>
              <a:t>void </a:t>
            </a:r>
            <a:r>
              <a:rPr lang="en-US" sz="1600" dirty="0" err="1"/>
              <a:t>startSimulation</a:t>
            </a:r>
            <a:r>
              <a:rPr lang="en-US" sz="1600" dirty="0"/>
              <a:t>()</a:t>
            </a:r>
          </a:p>
          <a:p>
            <a:pPr algn="just"/>
            <a:r>
              <a:rPr lang="en-US" sz="1600" dirty="0"/>
              <a:t>void </a:t>
            </a:r>
            <a:r>
              <a:rPr lang="en-US" sz="1600" dirty="0" err="1"/>
              <a:t>stopSimulation</a:t>
            </a:r>
            <a:r>
              <a:rPr lang="en-US" sz="1600" dirty="0"/>
              <a:t>()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43BF0F3-4861-451C-B76C-50D84BB3BB50}"/>
              </a:ext>
            </a:extLst>
          </p:cNvPr>
          <p:cNvSpPr/>
          <p:nvPr/>
        </p:nvSpPr>
        <p:spPr>
          <a:xfrm>
            <a:off x="9668435" y="1521280"/>
            <a:ext cx="322729" cy="8137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EBBB9-71A5-4717-A375-BE7AC4ABCA70}"/>
              </a:ext>
            </a:extLst>
          </p:cNvPr>
          <p:cNvSpPr txBox="1"/>
          <p:nvPr/>
        </p:nvSpPr>
        <p:spPr>
          <a:xfrm>
            <a:off x="7839635" y="2334997"/>
            <a:ext cx="3657599" cy="107721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 err="1"/>
              <a:t>SimulationRunnerModel</a:t>
            </a:r>
            <a:endParaRPr lang="en-US" sz="1600" b="1" u="sng" dirty="0"/>
          </a:p>
          <a:p>
            <a:r>
              <a:rPr lang="en-US" sz="1200" dirty="0"/>
              <a:t>bool stop</a:t>
            </a:r>
          </a:p>
          <a:p>
            <a:r>
              <a:rPr lang="en-US" sz="1200" dirty="0" err="1"/>
              <a:t>SimulationAnalyzerModel</a:t>
            </a:r>
            <a:r>
              <a:rPr lang="en-US" sz="1200" dirty="0"/>
              <a:t> </a:t>
            </a:r>
            <a:r>
              <a:rPr lang="en-US" sz="1200" dirty="0" err="1"/>
              <a:t>simulationAnazlayzer</a:t>
            </a:r>
            <a:endParaRPr lang="en-US" sz="1200" dirty="0"/>
          </a:p>
          <a:p>
            <a:r>
              <a:rPr lang="en-US" sz="1200" dirty="0" err="1"/>
              <a:t>FlightStateControllerModel</a:t>
            </a:r>
            <a:r>
              <a:rPr lang="en-US" sz="1200" dirty="0"/>
              <a:t> </a:t>
            </a:r>
            <a:r>
              <a:rPr lang="en-US" sz="1200" dirty="0" err="1"/>
              <a:t>stateController</a:t>
            </a:r>
            <a:endParaRPr lang="en-US" sz="1200" dirty="0"/>
          </a:p>
          <a:p>
            <a:r>
              <a:rPr lang="en-US" sz="1200" dirty="0" err="1"/>
              <a:t>FlightSpeedController</a:t>
            </a:r>
            <a:r>
              <a:rPr lang="en-US" sz="1200" dirty="0"/>
              <a:t> </a:t>
            </a:r>
            <a:r>
              <a:rPr lang="en-US" sz="1200" dirty="0" err="1"/>
              <a:t>speedController</a:t>
            </a:r>
            <a:endParaRPr lang="en-US" sz="12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EAD1432-89B0-4661-93CC-91A12B43FFFE}"/>
              </a:ext>
            </a:extLst>
          </p:cNvPr>
          <p:cNvSpPr/>
          <p:nvPr/>
        </p:nvSpPr>
        <p:spPr>
          <a:xfrm>
            <a:off x="6230469" y="1521280"/>
            <a:ext cx="322729" cy="8137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063CF18-60A5-43A9-A3F6-A067263C223A}"/>
              </a:ext>
            </a:extLst>
          </p:cNvPr>
          <p:cNvSpPr/>
          <p:nvPr/>
        </p:nvSpPr>
        <p:spPr>
          <a:xfrm>
            <a:off x="2693893" y="1521280"/>
            <a:ext cx="322729" cy="8137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C4430C-A2A9-4F52-B09A-86E81F6A1A58}"/>
              </a:ext>
            </a:extLst>
          </p:cNvPr>
          <p:cNvSpPr txBox="1"/>
          <p:nvPr/>
        </p:nvSpPr>
        <p:spPr>
          <a:xfrm>
            <a:off x="4744571" y="2338798"/>
            <a:ext cx="257287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 err="1"/>
              <a:t>SimulationRunnerVM</a:t>
            </a:r>
            <a:endParaRPr lang="en-US" sz="1600" b="1" u="sng" dirty="0"/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startSimulation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stopSimulation</a:t>
            </a:r>
            <a:r>
              <a:rPr lang="en-US" sz="1600" dirty="0"/>
              <a:t>()</a:t>
            </a:r>
            <a:endParaRPr lang="en-IL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A65AA0-61CF-4D17-B60E-0B4D5F6E1EC9}"/>
              </a:ext>
            </a:extLst>
          </p:cNvPr>
          <p:cNvSpPr txBox="1"/>
          <p:nvPr/>
        </p:nvSpPr>
        <p:spPr>
          <a:xfrm>
            <a:off x="1667435" y="2338798"/>
            <a:ext cx="257287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 err="1"/>
              <a:t>SimulationRunnerView</a:t>
            </a:r>
            <a:endParaRPr lang="en-US" sz="1600" b="1" u="sng" dirty="0"/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startSimulation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stopSimulation</a:t>
            </a:r>
            <a:r>
              <a:rPr lang="en-US" sz="1600" dirty="0"/>
              <a:t>()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162927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EB8644-40A3-4675-A2FE-70BA1AC77471}"/>
              </a:ext>
            </a:extLst>
          </p:cNvPr>
          <p:cNvSpPr txBox="1"/>
          <p:nvPr/>
        </p:nvSpPr>
        <p:spPr>
          <a:xfrm>
            <a:off x="717176" y="528918"/>
            <a:ext cx="2411506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&lt;&lt;</a:t>
            </a:r>
            <a:r>
              <a:rPr lang="en-US" sz="1600" b="1" u="sng" dirty="0" err="1"/>
              <a:t>IFileLoaderView</a:t>
            </a:r>
            <a:r>
              <a:rPr lang="en-US" sz="1600" b="1" u="sng" dirty="0"/>
              <a:t>&gt;&gt;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loadCSV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loadXML</a:t>
            </a:r>
            <a:r>
              <a:rPr lang="en-US" sz="1600" dirty="0"/>
              <a:t>()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CA4E0-5EA7-4FD2-97E7-C9143B762161}"/>
              </a:ext>
            </a:extLst>
          </p:cNvPr>
          <p:cNvSpPr txBox="1"/>
          <p:nvPr/>
        </p:nvSpPr>
        <p:spPr>
          <a:xfrm>
            <a:off x="4401671" y="582107"/>
            <a:ext cx="274320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&lt;&lt;</a:t>
            </a:r>
            <a:r>
              <a:rPr lang="en-US" sz="1600" b="1" u="sng" dirty="0" err="1"/>
              <a:t>IFileLoaderVM</a:t>
            </a:r>
            <a:r>
              <a:rPr lang="en-US" sz="1600" b="1" u="sng" dirty="0"/>
              <a:t>&gt;&gt;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loadCSV</a:t>
            </a:r>
            <a:r>
              <a:rPr lang="en-US" sz="1600" dirty="0"/>
              <a:t>()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817D9-0F24-495C-9B33-207E3A676A16}"/>
              </a:ext>
            </a:extLst>
          </p:cNvPr>
          <p:cNvSpPr txBox="1"/>
          <p:nvPr/>
        </p:nvSpPr>
        <p:spPr>
          <a:xfrm>
            <a:off x="8417860" y="582107"/>
            <a:ext cx="3056964" cy="132343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&lt;&lt;</a:t>
            </a:r>
            <a:r>
              <a:rPr lang="en-US" sz="1600" b="1" u="sng" dirty="0" err="1"/>
              <a:t>IFileLoaderModel</a:t>
            </a:r>
            <a:r>
              <a:rPr lang="en-US" sz="1600" b="1" u="sng" dirty="0"/>
              <a:t>&gt;&gt;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loadCSV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 err="1"/>
              <a:t>ArrayList</a:t>
            </a:r>
            <a:r>
              <a:rPr lang="en-US" sz="1600" dirty="0"/>
              <a:t> </a:t>
            </a:r>
            <a:r>
              <a:rPr lang="en-US" sz="1600" dirty="0" err="1"/>
              <a:t>CSVLines</a:t>
            </a:r>
            <a:endParaRPr lang="en-US" sz="1600" dirty="0"/>
          </a:p>
          <a:p>
            <a:pPr algn="ctr"/>
            <a:r>
              <a:rPr lang="en-US" sz="1600" dirty="0"/>
              <a:t>Event notify </a:t>
            </a:r>
            <a:r>
              <a:rPr lang="en-US" sz="1600" dirty="0" err="1"/>
              <a:t>notifyCSVLoaded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Event notify </a:t>
            </a:r>
            <a:r>
              <a:rPr lang="en-US" sz="1600" dirty="0" err="1"/>
              <a:t>notifyXMLLoaded</a:t>
            </a:r>
            <a:r>
              <a:rPr lang="en-US" sz="1600" dirty="0"/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4B8DD-6CF2-48FB-9644-A82BF4B2D52A}"/>
              </a:ext>
            </a:extLst>
          </p:cNvPr>
          <p:cNvSpPr txBox="1"/>
          <p:nvPr/>
        </p:nvSpPr>
        <p:spPr>
          <a:xfrm>
            <a:off x="7902388" y="3088271"/>
            <a:ext cx="3532095" cy="86177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 err="1"/>
              <a:t>FileLoaderModel</a:t>
            </a:r>
            <a:endParaRPr lang="en-US" sz="1800" dirty="0"/>
          </a:p>
          <a:p>
            <a:pPr algn="ctr"/>
            <a:r>
              <a:rPr lang="en-US" sz="1800" dirty="0" err="1"/>
              <a:t>ArrayList</a:t>
            </a:r>
            <a:r>
              <a:rPr lang="en-US" sz="1800" dirty="0"/>
              <a:t> </a:t>
            </a:r>
            <a:r>
              <a:rPr lang="en-US" sz="1600" dirty="0" err="1"/>
              <a:t>CSVLines</a:t>
            </a:r>
            <a:endParaRPr lang="en-US" sz="1600" dirty="0"/>
          </a:p>
          <a:p>
            <a:pPr algn="ctr"/>
            <a:r>
              <a:rPr lang="en-US" sz="1600" dirty="0"/>
              <a:t>Char[] </a:t>
            </a:r>
            <a:r>
              <a:rPr lang="en-US" sz="1600" dirty="0" err="1"/>
              <a:t>XMLContent</a:t>
            </a:r>
            <a:endParaRPr lang="en-IL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16985-5FB5-4697-A61C-3EAC06B749C0}"/>
              </a:ext>
            </a:extLst>
          </p:cNvPr>
          <p:cNvSpPr txBox="1"/>
          <p:nvPr/>
        </p:nvSpPr>
        <p:spPr>
          <a:xfrm>
            <a:off x="519951" y="2048200"/>
            <a:ext cx="2743200" cy="86177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err="1"/>
              <a:t>FileLoaderView</a:t>
            </a:r>
            <a:endParaRPr lang="en-US" b="1" u="sng" dirty="0"/>
          </a:p>
          <a:p>
            <a:pPr algn="ctr"/>
            <a:r>
              <a:rPr lang="en-US" sz="1600" dirty="0"/>
              <a:t>Button </a:t>
            </a:r>
            <a:r>
              <a:rPr lang="en-US" sz="1600" dirty="0" err="1"/>
              <a:t>loadCSV</a:t>
            </a:r>
            <a:endParaRPr lang="en-US" sz="1600" dirty="0"/>
          </a:p>
          <a:p>
            <a:pPr algn="ctr"/>
            <a:r>
              <a:rPr lang="en-US" sz="1600" dirty="0"/>
              <a:t>Button </a:t>
            </a:r>
            <a:r>
              <a:rPr lang="en-US" sz="1600" dirty="0" err="1"/>
              <a:t>loadXML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8AF53-41FA-4DF4-B4AF-AF1BD4614412}"/>
              </a:ext>
            </a:extLst>
          </p:cNvPr>
          <p:cNvSpPr txBox="1"/>
          <p:nvPr/>
        </p:nvSpPr>
        <p:spPr>
          <a:xfrm>
            <a:off x="4401671" y="1837764"/>
            <a:ext cx="274320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 err="1"/>
              <a:t>FileLoaderVM</a:t>
            </a:r>
            <a:endParaRPr lang="en-IL" sz="1600" b="1" u="sng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8A1F8A4A-8907-4640-A186-870B33D6F728}"/>
              </a:ext>
            </a:extLst>
          </p:cNvPr>
          <p:cNvSpPr/>
          <p:nvPr/>
        </p:nvSpPr>
        <p:spPr>
          <a:xfrm>
            <a:off x="3128683" y="691156"/>
            <a:ext cx="367552" cy="36667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7AE592C4-4EFF-4CC3-92BE-093140A29162}"/>
              </a:ext>
            </a:extLst>
          </p:cNvPr>
          <p:cNvSpPr/>
          <p:nvPr/>
        </p:nvSpPr>
        <p:spPr>
          <a:xfrm>
            <a:off x="7144871" y="668743"/>
            <a:ext cx="367552" cy="36667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D8C517-1974-4A8D-850F-80F45703DA1C}"/>
              </a:ext>
            </a:extLst>
          </p:cNvPr>
          <p:cNvCxnSpPr>
            <a:stCxn id="13" idx="3"/>
            <a:endCxn id="7" idx="1"/>
          </p:cNvCxnSpPr>
          <p:nvPr/>
        </p:nvCxnSpPr>
        <p:spPr>
          <a:xfrm flipV="1">
            <a:off x="3496235" y="874495"/>
            <a:ext cx="90543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990690-D3BC-44BF-BC6B-BFD8340C83E8}"/>
              </a:ext>
            </a:extLst>
          </p:cNvPr>
          <p:cNvCxnSpPr/>
          <p:nvPr/>
        </p:nvCxnSpPr>
        <p:spPr>
          <a:xfrm flipV="1">
            <a:off x="7512424" y="833716"/>
            <a:ext cx="905436" cy="18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C6F9FAA-EF8F-41A8-BDF8-5CE27B9181C6}"/>
              </a:ext>
            </a:extLst>
          </p:cNvPr>
          <p:cNvSpPr/>
          <p:nvPr/>
        </p:nvSpPr>
        <p:spPr>
          <a:xfrm>
            <a:off x="9668436" y="2397989"/>
            <a:ext cx="215152" cy="6902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E2660C6D-EA19-4902-8938-FDDD03E3466C}"/>
              </a:ext>
            </a:extLst>
          </p:cNvPr>
          <p:cNvSpPr/>
          <p:nvPr/>
        </p:nvSpPr>
        <p:spPr>
          <a:xfrm>
            <a:off x="1783975" y="1359915"/>
            <a:ext cx="215152" cy="6902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65824198-10AF-4436-8A70-1D0F0641EC0D}"/>
              </a:ext>
            </a:extLst>
          </p:cNvPr>
          <p:cNvSpPr/>
          <p:nvPr/>
        </p:nvSpPr>
        <p:spPr>
          <a:xfrm>
            <a:off x="5665695" y="1153571"/>
            <a:ext cx="215152" cy="6902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7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6C9E3D-3EC3-4653-B6C3-AA9376ADC8AE}"/>
              </a:ext>
            </a:extLst>
          </p:cNvPr>
          <p:cNvSpPr txBox="1"/>
          <p:nvPr/>
        </p:nvSpPr>
        <p:spPr>
          <a:xfrm>
            <a:off x="591670" y="493060"/>
            <a:ext cx="3630705" cy="107721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&lt;&lt;</a:t>
            </a:r>
            <a:r>
              <a:rPr lang="en-US" sz="1600" b="1" u="sng" dirty="0" err="1"/>
              <a:t>ISimulationSpeedControllerView</a:t>
            </a:r>
            <a:r>
              <a:rPr lang="en-US" sz="1600" b="1" u="sng" dirty="0"/>
              <a:t>&gt;&gt;</a:t>
            </a:r>
            <a:endParaRPr lang="he-IL" sz="1600" b="1" u="sng" dirty="0"/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increaseSpeed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decreaseSpeed</a:t>
            </a:r>
            <a:r>
              <a:rPr lang="en-US" sz="1600" dirty="0"/>
              <a:t>()</a:t>
            </a:r>
          </a:p>
          <a:p>
            <a:pPr algn="ctr"/>
            <a:r>
              <a:rPr lang="en-US" sz="1600" dirty="0"/>
              <a:t>void </a:t>
            </a:r>
            <a:r>
              <a:rPr lang="en-US" sz="1600" dirty="0" err="1"/>
              <a:t>setSpeed</a:t>
            </a:r>
            <a:r>
              <a:rPr lang="en-US" sz="1600" dirty="0"/>
              <a:t>()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CEB2E-769E-4E09-8A99-FA00C9100641}"/>
              </a:ext>
            </a:extLst>
          </p:cNvPr>
          <p:cNvSpPr txBox="1"/>
          <p:nvPr/>
        </p:nvSpPr>
        <p:spPr>
          <a:xfrm>
            <a:off x="806822" y="2078357"/>
            <a:ext cx="3200400" cy="110799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 err="1"/>
              <a:t>SimulationSpeedControllerView</a:t>
            </a:r>
            <a:endParaRPr lang="en-US" sz="1600" b="1" u="sng" dirty="0"/>
          </a:p>
          <a:p>
            <a:r>
              <a:rPr lang="en-US" sz="1600" dirty="0"/>
              <a:t>textbox </a:t>
            </a:r>
            <a:r>
              <a:rPr lang="en-US" sz="1600" dirty="0" err="1"/>
              <a:t>simulationSpeed</a:t>
            </a:r>
            <a:endParaRPr lang="en-US" sz="1600" dirty="0"/>
          </a:p>
          <a:p>
            <a:r>
              <a:rPr lang="en-US" sz="1600" dirty="0"/>
              <a:t>Button increase</a:t>
            </a:r>
          </a:p>
          <a:p>
            <a:r>
              <a:rPr lang="en-US" sz="1600" dirty="0"/>
              <a:t>Button decrease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EC3E3-EFA8-4E0A-B0D6-E7621EA5ACA2}"/>
              </a:ext>
            </a:extLst>
          </p:cNvPr>
          <p:cNvSpPr txBox="1"/>
          <p:nvPr/>
        </p:nvSpPr>
        <p:spPr>
          <a:xfrm>
            <a:off x="4921623" y="2063336"/>
            <a:ext cx="32004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 err="1"/>
              <a:t>SimulationSpeedControllerVM</a:t>
            </a:r>
            <a:endParaRPr lang="en-US" sz="1600" b="1" u="sng" dirty="0"/>
          </a:p>
          <a:p>
            <a:r>
              <a:rPr lang="en-US" sz="1600" dirty="0"/>
              <a:t>Property Double </a:t>
            </a:r>
            <a:r>
              <a:rPr lang="en-US" sz="1600" dirty="0" err="1"/>
              <a:t>simulationSpeed</a:t>
            </a:r>
            <a:endParaRPr lang="en-US" sz="1600" dirty="0"/>
          </a:p>
          <a:p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1BE23-0586-4BA2-86F8-5DDC16EEEB13}"/>
              </a:ext>
            </a:extLst>
          </p:cNvPr>
          <p:cNvSpPr txBox="1"/>
          <p:nvPr/>
        </p:nvSpPr>
        <p:spPr>
          <a:xfrm>
            <a:off x="4870076" y="493059"/>
            <a:ext cx="3303495" cy="107721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&lt;&lt;</a:t>
            </a:r>
            <a:r>
              <a:rPr lang="en-US" sz="1600" b="1" u="sng" dirty="0" err="1"/>
              <a:t>ISimulationSpeedControllerVM</a:t>
            </a:r>
            <a:r>
              <a:rPr lang="en-US" sz="1600" b="1" u="sng" dirty="0"/>
              <a:t>&gt;&gt;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increaseSpeed</a:t>
            </a:r>
            <a:r>
              <a:rPr lang="en-US" sz="1600" dirty="0"/>
              <a:t>()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decreaseSpeed</a:t>
            </a:r>
            <a:r>
              <a:rPr lang="en-US" sz="1600" dirty="0"/>
              <a:t>()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setSpeed</a:t>
            </a:r>
            <a:r>
              <a:rPr lang="en-US" sz="1600" dirty="0"/>
              <a:t>()</a:t>
            </a:r>
            <a:endParaRPr lang="en-IL" sz="16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94FC3A7-14B5-496E-A249-E736668287DF}"/>
              </a:ext>
            </a:extLst>
          </p:cNvPr>
          <p:cNvSpPr/>
          <p:nvPr/>
        </p:nvSpPr>
        <p:spPr>
          <a:xfrm>
            <a:off x="2223248" y="1577788"/>
            <a:ext cx="300316" cy="4930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6D5FEA-9582-43CB-8126-DDF7F2163341}"/>
              </a:ext>
            </a:extLst>
          </p:cNvPr>
          <p:cNvSpPr txBox="1"/>
          <p:nvPr/>
        </p:nvSpPr>
        <p:spPr>
          <a:xfrm>
            <a:off x="8570259" y="491604"/>
            <a:ext cx="3478306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&lt;&lt;</a:t>
            </a:r>
            <a:r>
              <a:rPr lang="en-US" sz="1600" b="1" u="sng" dirty="0" err="1"/>
              <a:t>ISimulationSpeedControllerModel</a:t>
            </a:r>
            <a:r>
              <a:rPr lang="en-US" sz="1600" b="1" u="sng" dirty="0"/>
              <a:t>&gt;&gt;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increaseSpeed</a:t>
            </a:r>
            <a:r>
              <a:rPr lang="en-US" sz="1600" dirty="0"/>
              <a:t>()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decreaseSpeed</a:t>
            </a:r>
            <a:r>
              <a:rPr lang="en-US" sz="1600" dirty="0"/>
              <a:t>()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setSpeed</a:t>
            </a:r>
            <a:r>
              <a:rPr lang="en-US" sz="1600" dirty="0"/>
              <a:t>(double x)</a:t>
            </a:r>
          </a:p>
          <a:p>
            <a:r>
              <a:rPr lang="en-US" sz="1600" dirty="0"/>
              <a:t>double </a:t>
            </a:r>
            <a:r>
              <a:rPr lang="en-US" sz="1600" dirty="0" err="1"/>
              <a:t>getSimulationSpeed</a:t>
            </a:r>
            <a:r>
              <a:rPr lang="en-US" sz="1600" dirty="0"/>
              <a:t>()</a:t>
            </a:r>
          </a:p>
          <a:p>
            <a:r>
              <a:rPr lang="en-US" sz="1600" dirty="0"/>
              <a:t>int </a:t>
            </a:r>
            <a:r>
              <a:rPr lang="en-US" sz="1600" dirty="0" err="1"/>
              <a:t>getTimeToSleep</a:t>
            </a:r>
            <a:r>
              <a:rPr lang="en-US" sz="1600" dirty="0"/>
              <a:t>()</a:t>
            </a:r>
          </a:p>
          <a:p>
            <a:r>
              <a:rPr lang="en-US" sz="1600" dirty="0" err="1"/>
              <a:t>Deleget</a:t>
            </a:r>
            <a:r>
              <a:rPr lang="en-US" sz="1600" dirty="0"/>
              <a:t> void notify();</a:t>
            </a:r>
          </a:p>
          <a:p>
            <a:r>
              <a:rPr lang="en-US" sz="1600" dirty="0"/>
              <a:t>Event notify </a:t>
            </a:r>
            <a:r>
              <a:rPr lang="en-US" sz="1600" dirty="0" err="1"/>
              <a:t>notifySpeedIncrease</a:t>
            </a:r>
            <a:r>
              <a:rPr lang="en-US" sz="1600" dirty="0"/>
              <a:t>()</a:t>
            </a:r>
          </a:p>
          <a:p>
            <a:r>
              <a:rPr lang="en-US" sz="1600" dirty="0"/>
              <a:t>Event notify </a:t>
            </a:r>
            <a:r>
              <a:rPr lang="en-US" sz="1600" dirty="0" err="1"/>
              <a:t>notifySpeedDecrease</a:t>
            </a:r>
            <a:r>
              <a:rPr lang="en-US" sz="1600" dirty="0"/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D51A5C-0804-4F20-AF9D-8BB986F64DA1}"/>
              </a:ext>
            </a:extLst>
          </p:cNvPr>
          <p:cNvSpPr txBox="1"/>
          <p:nvPr/>
        </p:nvSpPr>
        <p:spPr>
          <a:xfrm>
            <a:off x="8709210" y="3322511"/>
            <a:ext cx="32004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 err="1"/>
              <a:t>SimulationSpeedControllerModel</a:t>
            </a:r>
            <a:endParaRPr lang="en-US" sz="1600" b="1" u="sng" dirty="0"/>
          </a:p>
          <a:p>
            <a:r>
              <a:rPr lang="en-US" sz="1600" dirty="0"/>
              <a:t> double </a:t>
            </a:r>
            <a:r>
              <a:rPr lang="en-US" sz="1600" dirty="0" err="1"/>
              <a:t>simulationSpeed</a:t>
            </a:r>
            <a:r>
              <a:rPr lang="en-US" sz="1600" dirty="0"/>
              <a:t>;</a:t>
            </a:r>
          </a:p>
          <a:p>
            <a:r>
              <a:rPr lang="en-US" sz="1600" dirty="0"/>
              <a:t>Const double </a:t>
            </a:r>
            <a:r>
              <a:rPr lang="en-US" sz="1600" dirty="0" err="1"/>
              <a:t>diffValue</a:t>
            </a:r>
            <a:r>
              <a:rPr lang="en-US" sz="1600" dirty="0"/>
              <a:t>;</a:t>
            </a:r>
            <a:endParaRPr lang="en-IL" sz="16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68D4FD2-B6A8-4F75-9C05-2AC693BC3772}"/>
              </a:ext>
            </a:extLst>
          </p:cNvPr>
          <p:cNvSpPr/>
          <p:nvPr/>
        </p:nvSpPr>
        <p:spPr>
          <a:xfrm>
            <a:off x="6470276" y="1570277"/>
            <a:ext cx="300316" cy="4930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E869EBB4-B95A-4759-88BF-2C95BAE315C5}"/>
              </a:ext>
            </a:extLst>
          </p:cNvPr>
          <p:cNvSpPr/>
          <p:nvPr/>
        </p:nvSpPr>
        <p:spPr>
          <a:xfrm>
            <a:off x="10159252" y="2798692"/>
            <a:ext cx="300316" cy="4930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68A174-0AB8-4FCA-9144-1E6B17084431}"/>
              </a:ext>
            </a:extLst>
          </p:cNvPr>
          <p:cNvCxnSpPr>
            <a:endCxn id="8" idx="1"/>
          </p:cNvCxnSpPr>
          <p:nvPr/>
        </p:nvCxnSpPr>
        <p:spPr>
          <a:xfrm>
            <a:off x="3101788" y="2478834"/>
            <a:ext cx="181983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F98DAE-3CA4-4E7A-9513-3D95164BE2C0}"/>
              </a:ext>
            </a:extLst>
          </p:cNvPr>
          <p:cNvSpPr txBox="1"/>
          <p:nvPr/>
        </p:nvSpPr>
        <p:spPr>
          <a:xfrm>
            <a:off x="3368487" y="2415207"/>
            <a:ext cx="1678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directional bind</a:t>
            </a:r>
            <a:endParaRPr lang="en-IL" sz="1200" dirty="0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3A5F627-6183-4FDF-827D-BD00B5DA9C38}"/>
              </a:ext>
            </a:extLst>
          </p:cNvPr>
          <p:cNvSpPr/>
          <p:nvPr/>
        </p:nvSpPr>
        <p:spPr>
          <a:xfrm>
            <a:off x="8162365" y="942168"/>
            <a:ext cx="367552" cy="36667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380B4879-BE3F-4A0B-9711-096593E961BE}"/>
              </a:ext>
            </a:extLst>
          </p:cNvPr>
          <p:cNvSpPr/>
          <p:nvPr/>
        </p:nvSpPr>
        <p:spPr>
          <a:xfrm>
            <a:off x="4222375" y="848328"/>
            <a:ext cx="367552" cy="36667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55AA4C2-043E-472D-9B5D-12079F44F577}"/>
              </a:ext>
            </a:extLst>
          </p:cNvPr>
          <p:cNvCxnSpPr>
            <a:cxnSpLocks/>
          </p:cNvCxnSpPr>
          <p:nvPr/>
        </p:nvCxnSpPr>
        <p:spPr>
          <a:xfrm flipV="1">
            <a:off x="4601134" y="1031667"/>
            <a:ext cx="2599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29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79E920-8C01-4939-84A4-3C65E1269B33}"/>
              </a:ext>
            </a:extLst>
          </p:cNvPr>
          <p:cNvSpPr txBox="1"/>
          <p:nvPr/>
        </p:nvSpPr>
        <p:spPr>
          <a:xfrm>
            <a:off x="744071" y="392376"/>
            <a:ext cx="242047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&lt;&lt;</a:t>
            </a:r>
            <a:r>
              <a:rPr lang="en-US" sz="1600" b="1" u="sng" dirty="0" err="1"/>
              <a:t>IFlightStateController</a:t>
            </a:r>
            <a:r>
              <a:rPr lang="en-US" sz="1600" b="1" u="sng" dirty="0"/>
              <a:t>&gt;&gt;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changeIndex</a:t>
            </a:r>
            <a:r>
              <a:rPr lang="en-US" sz="1600" dirty="0"/>
              <a:t>()</a:t>
            </a:r>
            <a:endParaRPr lang="en-IL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418A4-0E85-46A7-9778-9557BB801A4F}"/>
              </a:ext>
            </a:extLst>
          </p:cNvPr>
          <p:cNvSpPr txBox="1"/>
          <p:nvPr/>
        </p:nvSpPr>
        <p:spPr>
          <a:xfrm>
            <a:off x="744071" y="2631140"/>
            <a:ext cx="2420470" cy="132343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 err="1"/>
              <a:t>FlightStateControllerView</a:t>
            </a:r>
            <a:endParaRPr lang="en-US" sz="1600" b="1" u="sng" dirty="0"/>
          </a:p>
          <a:p>
            <a:r>
              <a:rPr lang="en-US" sz="1600" dirty="0"/>
              <a:t>Slider </a:t>
            </a:r>
            <a:r>
              <a:rPr lang="en-US" sz="1600" dirty="0" err="1"/>
              <a:t>slider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A4F8C-682E-417E-916F-8CABD0F95BA3}"/>
              </a:ext>
            </a:extLst>
          </p:cNvPr>
          <p:cNvSpPr txBox="1"/>
          <p:nvPr/>
        </p:nvSpPr>
        <p:spPr>
          <a:xfrm>
            <a:off x="4083423" y="2720786"/>
            <a:ext cx="3110753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 err="1"/>
              <a:t>FlightStateControllerVM</a:t>
            </a:r>
            <a:endParaRPr lang="en-US" sz="1600" b="1" u="sng" dirty="0"/>
          </a:p>
          <a:p>
            <a:r>
              <a:rPr lang="en-US" sz="1600" dirty="0"/>
              <a:t>Property int </a:t>
            </a:r>
            <a:r>
              <a:rPr lang="en-US" sz="1600" dirty="0" err="1"/>
              <a:t>CurrentIndexOfLine</a:t>
            </a:r>
            <a:endParaRPr lang="en-US" sz="1600" dirty="0"/>
          </a:p>
          <a:p>
            <a:r>
              <a:rPr lang="en-US" sz="1600" dirty="0" err="1"/>
              <a:t>Propery</a:t>
            </a:r>
            <a:r>
              <a:rPr lang="en-US" sz="1600" dirty="0"/>
              <a:t> int </a:t>
            </a:r>
            <a:r>
              <a:rPr lang="en-US" sz="1600" dirty="0" err="1"/>
              <a:t>NumberOfLines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57C8F-4537-498B-AE79-D76CF906B286}"/>
              </a:ext>
            </a:extLst>
          </p:cNvPr>
          <p:cNvSpPr txBox="1"/>
          <p:nvPr/>
        </p:nvSpPr>
        <p:spPr>
          <a:xfrm>
            <a:off x="8092888" y="2783540"/>
            <a:ext cx="3110753" cy="107721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 err="1"/>
              <a:t>FlightStateControllerModel</a:t>
            </a:r>
            <a:endParaRPr lang="en-US" sz="1600" b="1" u="sng" dirty="0"/>
          </a:p>
          <a:p>
            <a:r>
              <a:rPr lang="en-US" sz="1600" dirty="0"/>
              <a:t>Int </a:t>
            </a:r>
            <a:r>
              <a:rPr lang="en-US" sz="1600" dirty="0" err="1"/>
              <a:t>currentIndexOfline</a:t>
            </a:r>
            <a:endParaRPr lang="en-US" sz="1600" dirty="0"/>
          </a:p>
          <a:p>
            <a:r>
              <a:rPr lang="en-US" sz="1600" dirty="0" err="1"/>
              <a:t>FileLoaderModel</a:t>
            </a:r>
            <a:r>
              <a:rPr lang="en-US" sz="1600" dirty="0"/>
              <a:t> loader</a:t>
            </a:r>
          </a:p>
          <a:p>
            <a:pPr algn="ctr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12AFD-62D6-46B2-9631-5CB1A3D02436}"/>
              </a:ext>
            </a:extLst>
          </p:cNvPr>
          <p:cNvSpPr txBox="1"/>
          <p:nvPr/>
        </p:nvSpPr>
        <p:spPr>
          <a:xfrm>
            <a:off x="8092888" y="392376"/>
            <a:ext cx="3478306" cy="181588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&lt;&lt;</a:t>
            </a:r>
            <a:r>
              <a:rPr lang="en-US" sz="1600" b="1" u="sng" dirty="0" err="1"/>
              <a:t>IFlightStateControllerModel</a:t>
            </a:r>
            <a:r>
              <a:rPr lang="en-US" sz="1600" b="1" u="sng" dirty="0"/>
              <a:t>&gt;&gt;</a:t>
            </a:r>
          </a:p>
          <a:p>
            <a:r>
              <a:rPr lang="en-US" sz="1600" dirty="0"/>
              <a:t>String </a:t>
            </a:r>
            <a:r>
              <a:rPr lang="en-US" sz="1600" dirty="0" err="1"/>
              <a:t>getLine</a:t>
            </a:r>
            <a:r>
              <a:rPr lang="en-US" sz="1600" dirty="0"/>
              <a:t>();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changeIndex</a:t>
            </a:r>
            <a:r>
              <a:rPr lang="en-US" sz="1600" dirty="0"/>
              <a:t>(int x);</a:t>
            </a:r>
          </a:p>
          <a:p>
            <a:r>
              <a:rPr lang="en-US" sz="1600" dirty="0"/>
              <a:t>Property int </a:t>
            </a:r>
            <a:r>
              <a:rPr lang="en-US" sz="1600" dirty="0" err="1"/>
              <a:t>NumberOfLines</a:t>
            </a:r>
            <a:r>
              <a:rPr lang="en-US" sz="1600" dirty="0"/>
              <a:t>;</a:t>
            </a:r>
          </a:p>
          <a:p>
            <a:r>
              <a:rPr lang="en-US" sz="1600" dirty="0"/>
              <a:t>Property int  </a:t>
            </a:r>
            <a:r>
              <a:rPr lang="en-US" sz="1600" dirty="0" err="1"/>
              <a:t>CurrentIndexOfLine</a:t>
            </a:r>
            <a:endParaRPr lang="en-US" sz="1600" dirty="0"/>
          </a:p>
          <a:p>
            <a:r>
              <a:rPr lang="en-US" sz="1600" dirty="0"/>
              <a:t>Event notify </a:t>
            </a:r>
            <a:r>
              <a:rPr lang="en-US" sz="1600" dirty="0" err="1"/>
              <a:t>numberOfLinesChanged</a:t>
            </a:r>
            <a:r>
              <a:rPr lang="en-US" sz="1600" dirty="0"/>
              <a:t>;</a:t>
            </a:r>
          </a:p>
          <a:p>
            <a:endParaRPr lang="en-IL" sz="16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8EB7C-FB0A-4449-90EA-1541E9BBA871}"/>
              </a:ext>
            </a:extLst>
          </p:cNvPr>
          <p:cNvSpPr txBox="1"/>
          <p:nvPr/>
        </p:nvSpPr>
        <p:spPr>
          <a:xfrm>
            <a:off x="4579844" y="399962"/>
            <a:ext cx="242047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&lt;&lt;</a:t>
            </a:r>
            <a:r>
              <a:rPr lang="en-US" sz="1600" b="1" u="sng" dirty="0" err="1"/>
              <a:t>IFlightStateController</a:t>
            </a:r>
            <a:r>
              <a:rPr lang="en-US" sz="1600" b="1" u="sng" dirty="0"/>
              <a:t>&gt;&gt;</a:t>
            </a:r>
          </a:p>
          <a:p>
            <a:r>
              <a:rPr lang="en-US" sz="1600" dirty="0"/>
              <a:t>Void </a:t>
            </a:r>
            <a:r>
              <a:rPr lang="en-US" sz="1600" dirty="0" err="1"/>
              <a:t>changeIndex</a:t>
            </a:r>
            <a:r>
              <a:rPr lang="en-US" sz="1600" dirty="0"/>
              <a:t>()</a:t>
            </a:r>
            <a:endParaRPr lang="en-IL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FBDB2-FD3D-4AB5-8A74-44726D52591D}"/>
              </a:ext>
            </a:extLst>
          </p:cNvPr>
          <p:cNvSpPr txBox="1"/>
          <p:nvPr/>
        </p:nvSpPr>
        <p:spPr>
          <a:xfrm>
            <a:off x="2501154" y="2915779"/>
            <a:ext cx="168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Bind </a:t>
            </a:r>
            <a:r>
              <a:rPr lang="en-US" sz="1200" dirty="0" err="1"/>
              <a:t>slider.value</a:t>
            </a:r>
            <a:r>
              <a:rPr lang="en-US" sz="1200" dirty="0"/>
              <a:t> to </a:t>
            </a:r>
            <a:r>
              <a:rPr lang="en-US" sz="1200" dirty="0" err="1"/>
              <a:t>currentIndexOfLines</a:t>
            </a:r>
            <a:endParaRPr lang="en-IL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FF02D6-7B26-4576-8F1A-1DDFA8465922}"/>
              </a:ext>
            </a:extLst>
          </p:cNvPr>
          <p:cNvCxnSpPr/>
          <p:nvPr/>
        </p:nvCxnSpPr>
        <p:spPr>
          <a:xfrm>
            <a:off x="2026024" y="3136284"/>
            <a:ext cx="1954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A7D336-1CB8-43F3-87F3-1FEF94495FE4}"/>
              </a:ext>
            </a:extLst>
          </p:cNvPr>
          <p:cNvCxnSpPr/>
          <p:nvPr/>
        </p:nvCxnSpPr>
        <p:spPr>
          <a:xfrm flipH="1">
            <a:off x="2026024" y="3594847"/>
            <a:ext cx="1954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8397F8-6F95-4C57-B63B-B58555EB4B76}"/>
              </a:ext>
            </a:extLst>
          </p:cNvPr>
          <p:cNvSpPr txBox="1"/>
          <p:nvPr/>
        </p:nvSpPr>
        <p:spPr>
          <a:xfrm>
            <a:off x="2254625" y="3391281"/>
            <a:ext cx="1855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Bind </a:t>
            </a:r>
            <a:r>
              <a:rPr lang="en-US" sz="1100" dirty="0" err="1"/>
              <a:t>numberOfLines</a:t>
            </a:r>
            <a:r>
              <a:rPr lang="en-US" sz="1100" dirty="0"/>
              <a:t> to slider range</a:t>
            </a:r>
            <a:endParaRPr lang="en-IL" sz="1100" dirty="0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EA597D74-A06C-4D87-9956-10776015F89B}"/>
              </a:ext>
            </a:extLst>
          </p:cNvPr>
          <p:cNvSpPr/>
          <p:nvPr/>
        </p:nvSpPr>
        <p:spPr>
          <a:xfrm>
            <a:off x="3173506" y="530985"/>
            <a:ext cx="313764" cy="32273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4A07648C-B2B7-4F38-9372-E2AFFAE4E159}"/>
              </a:ext>
            </a:extLst>
          </p:cNvPr>
          <p:cNvSpPr/>
          <p:nvPr/>
        </p:nvSpPr>
        <p:spPr>
          <a:xfrm>
            <a:off x="7000314" y="530985"/>
            <a:ext cx="313764" cy="32273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739E4CE-AA61-4623-B8C7-CE477CC73FEE}"/>
              </a:ext>
            </a:extLst>
          </p:cNvPr>
          <p:cNvCxnSpPr>
            <a:stCxn id="20" idx="3"/>
            <a:endCxn id="9" idx="1"/>
          </p:cNvCxnSpPr>
          <p:nvPr/>
        </p:nvCxnSpPr>
        <p:spPr>
          <a:xfrm>
            <a:off x="3487270" y="692350"/>
            <a:ext cx="1092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3F87E9-3688-45EE-89E1-6E546C6B5913}"/>
              </a:ext>
            </a:extLst>
          </p:cNvPr>
          <p:cNvCxnSpPr>
            <a:cxnSpLocks/>
          </p:cNvCxnSpPr>
          <p:nvPr/>
        </p:nvCxnSpPr>
        <p:spPr>
          <a:xfrm>
            <a:off x="7340973" y="684763"/>
            <a:ext cx="751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Down 26">
            <a:extLst>
              <a:ext uri="{FF2B5EF4-FFF2-40B4-BE49-F238E27FC236}">
                <a16:creationId xmlns:a16="http://schemas.microsoft.com/office/drawing/2014/main" id="{F8CE11FE-C9A0-488A-BC69-78D4E5573BDC}"/>
              </a:ext>
            </a:extLst>
          </p:cNvPr>
          <p:cNvSpPr/>
          <p:nvPr/>
        </p:nvSpPr>
        <p:spPr>
          <a:xfrm>
            <a:off x="1828800" y="984737"/>
            <a:ext cx="134471" cy="1646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E7E2F341-0D57-4E81-9E5F-D8A38785AF91}"/>
              </a:ext>
            </a:extLst>
          </p:cNvPr>
          <p:cNvSpPr/>
          <p:nvPr/>
        </p:nvSpPr>
        <p:spPr>
          <a:xfrm>
            <a:off x="9492497" y="2208258"/>
            <a:ext cx="273425" cy="5752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01A66DE2-1132-49B5-B6FF-4AD240386493}"/>
              </a:ext>
            </a:extLst>
          </p:cNvPr>
          <p:cNvSpPr/>
          <p:nvPr/>
        </p:nvSpPr>
        <p:spPr>
          <a:xfrm>
            <a:off x="5574925" y="975599"/>
            <a:ext cx="206189" cy="17451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445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234</Words>
  <Application>Microsoft Office PowerPoint</Application>
  <PresentationFormat>Widescreen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Itay Gradenwits</dc:creator>
  <cp:lastModifiedBy>Itay Gradenwits</cp:lastModifiedBy>
  <cp:revision>22</cp:revision>
  <dcterms:created xsi:type="dcterms:W3CDTF">2021-04-07T16:21:28Z</dcterms:created>
  <dcterms:modified xsi:type="dcterms:W3CDTF">2021-04-08T13:01:44Z</dcterms:modified>
</cp:coreProperties>
</file>